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0" r:id="rId1"/>
  </p:sldMasterIdLst>
  <p:sldIdLst>
    <p:sldId id="256" r:id="rId2"/>
    <p:sldId id="302" r:id="rId3"/>
    <p:sldId id="257" r:id="rId4"/>
    <p:sldId id="258" r:id="rId5"/>
    <p:sldId id="259" r:id="rId6"/>
    <p:sldId id="260" r:id="rId7"/>
    <p:sldId id="262" r:id="rId8"/>
    <p:sldId id="290" r:id="rId9"/>
    <p:sldId id="289" r:id="rId10"/>
    <p:sldId id="288" r:id="rId11"/>
    <p:sldId id="307" r:id="rId12"/>
    <p:sldId id="30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528AFD-243B-4981-AB9E-1DCC88420866}">
          <p14:sldIdLst>
            <p14:sldId id="256"/>
            <p14:sldId id="302"/>
            <p14:sldId id="257"/>
            <p14:sldId id="258"/>
            <p14:sldId id="259"/>
            <p14:sldId id="260"/>
            <p14:sldId id="262"/>
            <p14:sldId id="290"/>
            <p14:sldId id="289"/>
            <p14:sldId id="288"/>
            <p14:sldId id="307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pari goswami" userId="8906021c6d459010" providerId="LiveId" clId="{793D03B4-36DF-4FB7-85CE-E9C5E554018F}"/>
    <pc:docChg chg="modSld">
      <pc:chgData name="abhishekpari goswami" userId="8906021c6d459010" providerId="LiveId" clId="{793D03B4-36DF-4FB7-85CE-E9C5E554018F}" dt="2026-04-08T08:10:25.051" v="13" actId="122"/>
      <pc:docMkLst>
        <pc:docMk/>
      </pc:docMkLst>
      <pc:sldChg chg="modSp mod">
        <pc:chgData name="abhishekpari goswami" userId="8906021c6d459010" providerId="LiveId" clId="{793D03B4-36DF-4FB7-85CE-E9C5E554018F}" dt="2026-04-08T08:10:25.051" v="13" actId="122"/>
        <pc:sldMkLst>
          <pc:docMk/>
          <pc:sldMk cId="1696219295" sldId="256"/>
        </pc:sldMkLst>
        <pc:spChg chg="mod">
          <ac:chgData name="abhishekpari goswami" userId="8906021c6d459010" providerId="LiveId" clId="{793D03B4-36DF-4FB7-85CE-E9C5E554018F}" dt="2026-04-08T08:10:25.051" v="13" actId="122"/>
          <ac:spMkLst>
            <pc:docMk/>
            <pc:sldMk cId="1696219295" sldId="256"/>
            <ac:spMk id="2" creationId="{A8195359-6C8B-CECF-C930-A9CF2AFC281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27669-5DD5-4A11-9286-67B9883D5D50}" type="doc">
      <dgm:prSet loTypeId="urn:microsoft.com/office/officeart/2005/8/layout/hList7" loCatId="list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IN"/>
        </a:p>
      </dgm:t>
    </dgm:pt>
    <dgm:pt modelId="{F7F7B3C9-4E12-4A2D-A568-C5F3A820B79A}">
      <dgm:prSet/>
      <dgm:spPr/>
      <dgm:t>
        <a:bodyPr/>
        <a:lstStyle/>
        <a:p>
          <a:r>
            <a:rPr lang="en-US" b="1" i="0" baseline="0" dirty="0"/>
            <a:t>Authentication</a:t>
          </a:r>
          <a:br>
            <a:rPr lang="en-US" b="0" i="0" baseline="0" dirty="0"/>
          </a:br>
          <a:r>
            <a:rPr lang="en-US" b="0" dirty="0"/>
            <a:t>Secure student/admin login, registration, password protection, and user access control.</a:t>
          </a:r>
          <a:endParaRPr lang="en-IN" b="0" dirty="0"/>
        </a:p>
      </dgm:t>
    </dgm:pt>
    <dgm:pt modelId="{3D7C3AC9-19E7-460C-BD5C-656D923D1FA9}" type="parTrans" cxnId="{638E7D2C-9359-4EA3-BD0D-08448512731C}">
      <dgm:prSet/>
      <dgm:spPr/>
      <dgm:t>
        <a:bodyPr/>
        <a:lstStyle/>
        <a:p>
          <a:endParaRPr lang="en-IN"/>
        </a:p>
      </dgm:t>
    </dgm:pt>
    <dgm:pt modelId="{0439E3E6-7F8E-4CA5-BA1B-C67077DEA252}" type="sibTrans" cxnId="{638E7D2C-9359-4EA3-BD0D-08448512731C}">
      <dgm:prSet/>
      <dgm:spPr/>
      <dgm:t>
        <a:bodyPr/>
        <a:lstStyle/>
        <a:p>
          <a:endParaRPr lang="en-IN"/>
        </a:p>
      </dgm:t>
    </dgm:pt>
    <dgm:pt modelId="{7C01CEC5-97B3-461F-A834-289022D46AD2}">
      <dgm:prSet/>
      <dgm:spPr/>
      <dgm:t>
        <a:bodyPr/>
        <a:lstStyle/>
        <a:p>
          <a:r>
            <a:rPr lang="en-US" b="1" i="0" baseline="0" dirty="0"/>
            <a:t>Menu &amp; Order</a:t>
          </a:r>
          <a:br>
            <a:rPr lang="en-US" b="0" i="0" baseline="0" dirty="0"/>
          </a:br>
          <a:r>
            <a:rPr lang="en-US" b="0" dirty="0"/>
            <a:t>Display food items, allow pre-order placement, quantity selection, and order confirmation.</a:t>
          </a:r>
          <a:endParaRPr lang="en-IN" b="0" dirty="0"/>
        </a:p>
      </dgm:t>
    </dgm:pt>
    <dgm:pt modelId="{19DF8813-5E77-4E55-BE1B-7695D15EC222}" type="parTrans" cxnId="{1D5B4CFD-5C36-4FD2-8F83-747261CA0DC5}">
      <dgm:prSet/>
      <dgm:spPr/>
      <dgm:t>
        <a:bodyPr/>
        <a:lstStyle/>
        <a:p>
          <a:endParaRPr lang="en-IN"/>
        </a:p>
      </dgm:t>
    </dgm:pt>
    <dgm:pt modelId="{904D64BA-3D53-4B99-A051-A67D4BA6B574}" type="sibTrans" cxnId="{1D5B4CFD-5C36-4FD2-8F83-747261CA0DC5}">
      <dgm:prSet/>
      <dgm:spPr/>
      <dgm:t>
        <a:bodyPr/>
        <a:lstStyle/>
        <a:p>
          <a:endParaRPr lang="en-IN"/>
        </a:p>
      </dgm:t>
    </dgm:pt>
    <dgm:pt modelId="{874FD51E-5814-4017-B1B5-404574EB890F}">
      <dgm:prSet/>
      <dgm:spPr/>
      <dgm:t>
        <a:bodyPr/>
        <a:lstStyle/>
        <a:p>
          <a:r>
            <a:rPr lang="en-US" b="1" i="0" baseline="0" dirty="0"/>
            <a:t>Admin Panel</a:t>
          </a:r>
          <a:br>
            <a:rPr lang="en-US" b="0" i="0" baseline="0" dirty="0"/>
          </a:br>
          <a:r>
            <a:rPr lang="en-US" b="0" dirty="0"/>
            <a:t>Manage menu items, users, orders, payments, and monitor overall canteen activities.</a:t>
          </a:r>
          <a:endParaRPr lang="en-IN" b="0" dirty="0"/>
        </a:p>
      </dgm:t>
    </dgm:pt>
    <dgm:pt modelId="{7A473753-DB32-4C3B-A891-FA8F8EF9FF15}" type="parTrans" cxnId="{DCAFE2D0-21DB-4691-9C56-5519E801B1C6}">
      <dgm:prSet/>
      <dgm:spPr/>
      <dgm:t>
        <a:bodyPr/>
        <a:lstStyle/>
        <a:p>
          <a:endParaRPr lang="en-IN"/>
        </a:p>
      </dgm:t>
    </dgm:pt>
    <dgm:pt modelId="{B75314AB-EC1B-48E9-9E90-F241C5FAB808}" type="sibTrans" cxnId="{DCAFE2D0-21DB-4691-9C56-5519E801B1C6}">
      <dgm:prSet/>
      <dgm:spPr/>
      <dgm:t>
        <a:bodyPr/>
        <a:lstStyle/>
        <a:p>
          <a:endParaRPr lang="en-IN"/>
        </a:p>
      </dgm:t>
    </dgm:pt>
    <dgm:pt modelId="{2D83197F-963B-4B83-8D4D-DE0DE41E74F3}">
      <dgm:prSet/>
      <dgm:spPr/>
      <dgm:t>
        <a:bodyPr/>
        <a:lstStyle/>
        <a:p>
          <a:r>
            <a:rPr lang="en-US" b="1" i="0" baseline="0" dirty="0"/>
            <a:t>Report</a:t>
          </a:r>
          <a:br>
            <a:rPr lang="en-US" b="0" i="0" baseline="0" dirty="0"/>
          </a:br>
          <a:r>
            <a:rPr lang="en-US" b="0" dirty="0"/>
            <a:t>Generate order records, payment details, sales summary, and daily transaction reports.</a:t>
          </a:r>
          <a:endParaRPr lang="en-IN" b="0" dirty="0"/>
        </a:p>
      </dgm:t>
    </dgm:pt>
    <dgm:pt modelId="{5E6562AA-13A5-427B-B533-CADA8B39EC8B}" type="parTrans" cxnId="{0AB7C527-F82E-419A-B4A3-5D1AF5210ED6}">
      <dgm:prSet/>
      <dgm:spPr/>
      <dgm:t>
        <a:bodyPr/>
        <a:lstStyle/>
        <a:p>
          <a:endParaRPr lang="en-IN"/>
        </a:p>
      </dgm:t>
    </dgm:pt>
    <dgm:pt modelId="{8DD7EF3C-0F78-457F-8995-E6FFA8FE74AE}" type="sibTrans" cxnId="{0AB7C527-F82E-419A-B4A3-5D1AF5210ED6}">
      <dgm:prSet/>
      <dgm:spPr/>
      <dgm:t>
        <a:bodyPr/>
        <a:lstStyle/>
        <a:p>
          <a:endParaRPr lang="en-IN"/>
        </a:p>
      </dgm:t>
    </dgm:pt>
    <dgm:pt modelId="{4A606612-F764-4803-9119-8B5C8521E800}" type="pres">
      <dgm:prSet presAssocID="{A8727669-5DD5-4A11-9286-67B9883D5D50}" presName="Name0" presStyleCnt="0">
        <dgm:presLayoutVars>
          <dgm:dir/>
          <dgm:resizeHandles val="exact"/>
        </dgm:presLayoutVars>
      </dgm:prSet>
      <dgm:spPr/>
    </dgm:pt>
    <dgm:pt modelId="{74B1554C-224E-414D-961F-1018ACC03DF7}" type="pres">
      <dgm:prSet presAssocID="{A8727669-5DD5-4A11-9286-67B9883D5D50}" presName="fgShape" presStyleLbl="fgShp" presStyleIdx="0" presStyleCnt="1" custLinFactNeighborY="9778"/>
      <dgm:spPr/>
    </dgm:pt>
    <dgm:pt modelId="{821F8FF5-60A1-4B78-B012-4AF17B66F6CC}" type="pres">
      <dgm:prSet presAssocID="{A8727669-5DD5-4A11-9286-67B9883D5D50}" presName="linComp" presStyleCnt="0"/>
      <dgm:spPr/>
    </dgm:pt>
    <dgm:pt modelId="{2E783A41-57C9-4FDA-8899-A7E539316B2B}" type="pres">
      <dgm:prSet presAssocID="{F7F7B3C9-4E12-4A2D-A568-C5F3A820B79A}" presName="compNode" presStyleCnt="0"/>
      <dgm:spPr/>
    </dgm:pt>
    <dgm:pt modelId="{DCAABBCB-D662-4279-90C6-7E06D26F3BA4}" type="pres">
      <dgm:prSet presAssocID="{F7F7B3C9-4E12-4A2D-A568-C5F3A820B79A}" presName="bkgdShape" presStyleLbl="node1" presStyleIdx="0" presStyleCnt="4"/>
      <dgm:spPr/>
    </dgm:pt>
    <dgm:pt modelId="{48B152A3-BC2A-46FB-BF43-47BD777180F0}" type="pres">
      <dgm:prSet presAssocID="{F7F7B3C9-4E12-4A2D-A568-C5F3A820B79A}" presName="nodeTx" presStyleLbl="node1" presStyleIdx="0" presStyleCnt="4">
        <dgm:presLayoutVars>
          <dgm:bulletEnabled val="1"/>
        </dgm:presLayoutVars>
      </dgm:prSet>
      <dgm:spPr/>
    </dgm:pt>
    <dgm:pt modelId="{457A2CA0-23DD-4AE7-87FC-091DF8C9C251}" type="pres">
      <dgm:prSet presAssocID="{F7F7B3C9-4E12-4A2D-A568-C5F3A820B79A}" presName="invisiNode" presStyleLbl="node1" presStyleIdx="0" presStyleCnt="4"/>
      <dgm:spPr/>
    </dgm:pt>
    <dgm:pt modelId="{F23E9EC7-D350-429A-A2C8-04F4AB7C370B}" type="pres">
      <dgm:prSet presAssocID="{F7F7B3C9-4E12-4A2D-A568-C5F3A820B79A}" presName="imagNode" presStyleLbl="fgImgPlac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with solid fill"/>
        </a:ext>
      </dgm:extLst>
    </dgm:pt>
    <dgm:pt modelId="{2214F5C8-4115-458A-93EB-FCA36B81AB2A}" type="pres">
      <dgm:prSet presAssocID="{0439E3E6-7F8E-4CA5-BA1B-C67077DEA252}" presName="sibTrans" presStyleLbl="sibTrans2D1" presStyleIdx="0" presStyleCnt="0"/>
      <dgm:spPr/>
    </dgm:pt>
    <dgm:pt modelId="{3279AFE2-E43C-4417-8EDA-5EB42A09B2B8}" type="pres">
      <dgm:prSet presAssocID="{7C01CEC5-97B3-461F-A834-289022D46AD2}" presName="compNode" presStyleCnt="0"/>
      <dgm:spPr/>
    </dgm:pt>
    <dgm:pt modelId="{22E81D0E-0051-4458-B0A1-B8E075D5DF72}" type="pres">
      <dgm:prSet presAssocID="{7C01CEC5-97B3-461F-A834-289022D46AD2}" presName="bkgdShape" presStyleLbl="node1" presStyleIdx="1" presStyleCnt="4"/>
      <dgm:spPr/>
    </dgm:pt>
    <dgm:pt modelId="{E138A8A7-18B3-45D6-873C-18E51F33FB87}" type="pres">
      <dgm:prSet presAssocID="{7C01CEC5-97B3-461F-A834-289022D46AD2}" presName="nodeTx" presStyleLbl="node1" presStyleIdx="1" presStyleCnt="4">
        <dgm:presLayoutVars>
          <dgm:bulletEnabled val="1"/>
        </dgm:presLayoutVars>
      </dgm:prSet>
      <dgm:spPr/>
    </dgm:pt>
    <dgm:pt modelId="{93CAF7AC-ED75-4B6C-8DFE-7ECDDC925028}" type="pres">
      <dgm:prSet presAssocID="{7C01CEC5-97B3-461F-A834-289022D46AD2}" presName="invisiNode" presStyleLbl="node1" presStyleIdx="1" presStyleCnt="4"/>
      <dgm:spPr/>
    </dgm:pt>
    <dgm:pt modelId="{3955ACB4-8958-4849-B230-1F12D0150D90}" type="pres">
      <dgm:prSet presAssocID="{7C01CEC5-97B3-461F-A834-289022D46AD2}" presName="imagNode" presStyleLbl="fgImgPlac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 with solid fill"/>
        </a:ext>
      </dgm:extLst>
    </dgm:pt>
    <dgm:pt modelId="{E4ADAE61-CFC4-4ED9-8B3D-FC32BAB727BF}" type="pres">
      <dgm:prSet presAssocID="{904D64BA-3D53-4B99-A051-A67D4BA6B574}" presName="sibTrans" presStyleLbl="sibTrans2D1" presStyleIdx="0" presStyleCnt="0"/>
      <dgm:spPr/>
    </dgm:pt>
    <dgm:pt modelId="{FA2C9416-C1D8-49DB-8349-66C5232CBAFE}" type="pres">
      <dgm:prSet presAssocID="{874FD51E-5814-4017-B1B5-404574EB890F}" presName="compNode" presStyleCnt="0"/>
      <dgm:spPr/>
    </dgm:pt>
    <dgm:pt modelId="{30E1A735-F4C1-4949-9AA9-5EB3026EB10F}" type="pres">
      <dgm:prSet presAssocID="{874FD51E-5814-4017-B1B5-404574EB890F}" presName="bkgdShape" presStyleLbl="node1" presStyleIdx="2" presStyleCnt="4"/>
      <dgm:spPr/>
    </dgm:pt>
    <dgm:pt modelId="{172655E6-166E-4054-ACC4-C9C6A9453542}" type="pres">
      <dgm:prSet presAssocID="{874FD51E-5814-4017-B1B5-404574EB890F}" presName="nodeTx" presStyleLbl="node1" presStyleIdx="2" presStyleCnt="4">
        <dgm:presLayoutVars>
          <dgm:bulletEnabled val="1"/>
        </dgm:presLayoutVars>
      </dgm:prSet>
      <dgm:spPr/>
    </dgm:pt>
    <dgm:pt modelId="{1AC7B543-844C-4F1A-823F-E4A5A9EEF513}" type="pres">
      <dgm:prSet presAssocID="{874FD51E-5814-4017-B1B5-404574EB890F}" presName="invisiNode" presStyleLbl="node1" presStyleIdx="2" presStyleCnt="4"/>
      <dgm:spPr/>
    </dgm:pt>
    <dgm:pt modelId="{986BD744-1567-4401-91DB-B5FA6E6BACCE}" type="pres">
      <dgm:prSet presAssocID="{874FD51E-5814-4017-B1B5-404574EB890F}" presName="imagNode" presStyleLbl="fgImgPlac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print with solid fill"/>
        </a:ext>
      </dgm:extLst>
    </dgm:pt>
    <dgm:pt modelId="{4DF54F7D-253E-4870-9CF8-15AF889FDC4E}" type="pres">
      <dgm:prSet presAssocID="{B75314AB-EC1B-48E9-9E90-F241C5FAB808}" presName="sibTrans" presStyleLbl="sibTrans2D1" presStyleIdx="0" presStyleCnt="0"/>
      <dgm:spPr/>
    </dgm:pt>
    <dgm:pt modelId="{5B338DA7-A056-4CAE-A343-57353310831B}" type="pres">
      <dgm:prSet presAssocID="{2D83197F-963B-4B83-8D4D-DE0DE41E74F3}" presName="compNode" presStyleCnt="0"/>
      <dgm:spPr/>
    </dgm:pt>
    <dgm:pt modelId="{8A066586-6A92-4CC4-B75D-8F3A8DDCDEAD}" type="pres">
      <dgm:prSet presAssocID="{2D83197F-963B-4B83-8D4D-DE0DE41E74F3}" presName="bkgdShape" presStyleLbl="node1" presStyleIdx="3" presStyleCnt="4"/>
      <dgm:spPr/>
    </dgm:pt>
    <dgm:pt modelId="{66FD70EA-52E0-4C36-80CD-1F26C2E27D07}" type="pres">
      <dgm:prSet presAssocID="{2D83197F-963B-4B83-8D4D-DE0DE41E74F3}" presName="nodeTx" presStyleLbl="node1" presStyleIdx="3" presStyleCnt="4">
        <dgm:presLayoutVars>
          <dgm:bulletEnabled val="1"/>
        </dgm:presLayoutVars>
      </dgm:prSet>
      <dgm:spPr/>
    </dgm:pt>
    <dgm:pt modelId="{839046AA-EAD0-4D83-AE6F-E72FDA5854E8}" type="pres">
      <dgm:prSet presAssocID="{2D83197F-963B-4B83-8D4D-DE0DE41E74F3}" presName="invisiNode" presStyleLbl="node1" presStyleIdx="3" presStyleCnt="4"/>
      <dgm:spPr/>
    </dgm:pt>
    <dgm:pt modelId="{C8EFB56E-DA66-462A-B18E-A3EEA1F29236}" type="pres">
      <dgm:prSet presAssocID="{2D83197F-963B-4B83-8D4D-DE0DE41E74F3}" presName="imagNode" presStyleLbl="fgImgPlac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</dgm:ptLst>
  <dgm:cxnLst>
    <dgm:cxn modelId="{73DFC912-B89F-449C-A06B-F708A0FF0E7E}" type="presOf" srcId="{7C01CEC5-97B3-461F-A834-289022D46AD2}" destId="{22E81D0E-0051-4458-B0A1-B8E075D5DF72}" srcOrd="0" destOrd="0" presId="urn:microsoft.com/office/officeart/2005/8/layout/hList7"/>
    <dgm:cxn modelId="{0AB7C527-F82E-419A-B4A3-5D1AF5210ED6}" srcId="{A8727669-5DD5-4A11-9286-67B9883D5D50}" destId="{2D83197F-963B-4B83-8D4D-DE0DE41E74F3}" srcOrd="3" destOrd="0" parTransId="{5E6562AA-13A5-427B-B533-CADA8B39EC8B}" sibTransId="{8DD7EF3C-0F78-457F-8995-E6FFA8FE74AE}"/>
    <dgm:cxn modelId="{638E7D2C-9359-4EA3-BD0D-08448512731C}" srcId="{A8727669-5DD5-4A11-9286-67B9883D5D50}" destId="{F7F7B3C9-4E12-4A2D-A568-C5F3A820B79A}" srcOrd="0" destOrd="0" parTransId="{3D7C3AC9-19E7-460C-BD5C-656D923D1FA9}" sibTransId="{0439E3E6-7F8E-4CA5-BA1B-C67077DEA252}"/>
    <dgm:cxn modelId="{9FA68332-20C8-4487-9A13-7CB100236B14}" type="presOf" srcId="{7C01CEC5-97B3-461F-A834-289022D46AD2}" destId="{E138A8A7-18B3-45D6-873C-18E51F33FB87}" srcOrd="1" destOrd="0" presId="urn:microsoft.com/office/officeart/2005/8/layout/hList7"/>
    <dgm:cxn modelId="{823CD24E-5DCC-48C4-84B1-B5D6CBAF4666}" type="presOf" srcId="{2D83197F-963B-4B83-8D4D-DE0DE41E74F3}" destId="{66FD70EA-52E0-4C36-80CD-1F26C2E27D07}" srcOrd="1" destOrd="0" presId="urn:microsoft.com/office/officeart/2005/8/layout/hList7"/>
    <dgm:cxn modelId="{56A9A56F-34AF-40C0-BC5D-C94DDDCBA6CC}" type="presOf" srcId="{B75314AB-EC1B-48E9-9E90-F241C5FAB808}" destId="{4DF54F7D-253E-4870-9CF8-15AF889FDC4E}" srcOrd="0" destOrd="0" presId="urn:microsoft.com/office/officeart/2005/8/layout/hList7"/>
    <dgm:cxn modelId="{D2543150-C1AC-499B-B1A9-1E4A8E05CBDF}" type="presOf" srcId="{0439E3E6-7F8E-4CA5-BA1B-C67077DEA252}" destId="{2214F5C8-4115-458A-93EB-FCA36B81AB2A}" srcOrd="0" destOrd="0" presId="urn:microsoft.com/office/officeart/2005/8/layout/hList7"/>
    <dgm:cxn modelId="{227F3579-F320-4541-832E-3E1ABF16F6ED}" type="presOf" srcId="{A8727669-5DD5-4A11-9286-67B9883D5D50}" destId="{4A606612-F764-4803-9119-8B5C8521E800}" srcOrd="0" destOrd="0" presId="urn:microsoft.com/office/officeart/2005/8/layout/hList7"/>
    <dgm:cxn modelId="{071BA27B-A460-4846-BD43-5AF702CA70C5}" type="presOf" srcId="{F7F7B3C9-4E12-4A2D-A568-C5F3A820B79A}" destId="{DCAABBCB-D662-4279-90C6-7E06D26F3BA4}" srcOrd="0" destOrd="0" presId="urn:microsoft.com/office/officeart/2005/8/layout/hList7"/>
    <dgm:cxn modelId="{95B81C88-8C28-47CC-A552-1581C5128F8A}" type="presOf" srcId="{904D64BA-3D53-4B99-A051-A67D4BA6B574}" destId="{E4ADAE61-CFC4-4ED9-8B3D-FC32BAB727BF}" srcOrd="0" destOrd="0" presId="urn:microsoft.com/office/officeart/2005/8/layout/hList7"/>
    <dgm:cxn modelId="{DC31D19B-8047-4B2C-AD48-E6C31C337052}" type="presOf" srcId="{2D83197F-963B-4B83-8D4D-DE0DE41E74F3}" destId="{8A066586-6A92-4CC4-B75D-8F3A8DDCDEAD}" srcOrd="0" destOrd="0" presId="urn:microsoft.com/office/officeart/2005/8/layout/hList7"/>
    <dgm:cxn modelId="{CB8853BB-B589-4683-A798-3A8B3D58FBC6}" type="presOf" srcId="{874FD51E-5814-4017-B1B5-404574EB890F}" destId="{30E1A735-F4C1-4949-9AA9-5EB3026EB10F}" srcOrd="0" destOrd="0" presId="urn:microsoft.com/office/officeart/2005/8/layout/hList7"/>
    <dgm:cxn modelId="{DCAFE2D0-21DB-4691-9C56-5519E801B1C6}" srcId="{A8727669-5DD5-4A11-9286-67B9883D5D50}" destId="{874FD51E-5814-4017-B1B5-404574EB890F}" srcOrd="2" destOrd="0" parTransId="{7A473753-DB32-4C3B-A891-FA8F8EF9FF15}" sibTransId="{B75314AB-EC1B-48E9-9E90-F241C5FAB808}"/>
    <dgm:cxn modelId="{E501A5ED-4F8C-455D-A054-7C445372B9C3}" type="presOf" srcId="{F7F7B3C9-4E12-4A2D-A568-C5F3A820B79A}" destId="{48B152A3-BC2A-46FB-BF43-47BD777180F0}" srcOrd="1" destOrd="0" presId="urn:microsoft.com/office/officeart/2005/8/layout/hList7"/>
    <dgm:cxn modelId="{6E48ACF8-DF77-4AF4-A67D-796926FD6E87}" type="presOf" srcId="{874FD51E-5814-4017-B1B5-404574EB890F}" destId="{172655E6-166E-4054-ACC4-C9C6A9453542}" srcOrd="1" destOrd="0" presId="urn:microsoft.com/office/officeart/2005/8/layout/hList7"/>
    <dgm:cxn modelId="{1D5B4CFD-5C36-4FD2-8F83-747261CA0DC5}" srcId="{A8727669-5DD5-4A11-9286-67B9883D5D50}" destId="{7C01CEC5-97B3-461F-A834-289022D46AD2}" srcOrd="1" destOrd="0" parTransId="{19DF8813-5E77-4E55-BE1B-7695D15EC222}" sibTransId="{904D64BA-3D53-4B99-A051-A67D4BA6B574}"/>
    <dgm:cxn modelId="{965A48F9-ECB9-4620-A458-AE4A86582652}" type="presParOf" srcId="{4A606612-F764-4803-9119-8B5C8521E800}" destId="{74B1554C-224E-414D-961F-1018ACC03DF7}" srcOrd="0" destOrd="0" presId="urn:microsoft.com/office/officeart/2005/8/layout/hList7"/>
    <dgm:cxn modelId="{9B794B4F-1630-4724-BA8D-A32C6EEB17CC}" type="presParOf" srcId="{4A606612-F764-4803-9119-8B5C8521E800}" destId="{821F8FF5-60A1-4B78-B012-4AF17B66F6CC}" srcOrd="1" destOrd="0" presId="urn:microsoft.com/office/officeart/2005/8/layout/hList7"/>
    <dgm:cxn modelId="{B7CFCD7E-E479-4E4E-B724-3C5E22F84C8C}" type="presParOf" srcId="{821F8FF5-60A1-4B78-B012-4AF17B66F6CC}" destId="{2E783A41-57C9-4FDA-8899-A7E539316B2B}" srcOrd="0" destOrd="0" presId="urn:microsoft.com/office/officeart/2005/8/layout/hList7"/>
    <dgm:cxn modelId="{F9128AB3-089C-4B65-96E6-97F3F0BEDCA4}" type="presParOf" srcId="{2E783A41-57C9-4FDA-8899-A7E539316B2B}" destId="{DCAABBCB-D662-4279-90C6-7E06D26F3BA4}" srcOrd="0" destOrd="0" presId="urn:microsoft.com/office/officeart/2005/8/layout/hList7"/>
    <dgm:cxn modelId="{45D61CE9-44D8-4720-A4D3-1A7B7E62DB70}" type="presParOf" srcId="{2E783A41-57C9-4FDA-8899-A7E539316B2B}" destId="{48B152A3-BC2A-46FB-BF43-47BD777180F0}" srcOrd="1" destOrd="0" presId="urn:microsoft.com/office/officeart/2005/8/layout/hList7"/>
    <dgm:cxn modelId="{D4F35C3C-CFEA-4F5E-AC7F-E5E93C63045D}" type="presParOf" srcId="{2E783A41-57C9-4FDA-8899-A7E539316B2B}" destId="{457A2CA0-23DD-4AE7-87FC-091DF8C9C251}" srcOrd="2" destOrd="0" presId="urn:microsoft.com/office/officeart/2005/8/layout/hList7"/>
    <dgm:cxn modelId="{7DFC11E2-0A6D-4584-AE98-325D99D48F98}" type="presParOf" srcId="{2E783A41-57C9-4FDA-8899-A7E539316B2B}" destId="{F23E9EC7-D350-429A-A2C8-04F4AB7C370B}" srcOrd="3" destOrd="0" presId="urn:microsoft.com/office/officeart/2005/8/layout/hList7"/>
    <dgm:cxn modelId="{0F8E28B7-8F48-4CA7-8587-543D3C473D53}" type="presParOf" srcId="{821F8FF5-60A1-4B78-B012-4AF17B66F6CC}" destId="{2214F5C8-4115-458A-93EB-FCA36B81AB2A}" srcOrd="1" destOrd="0" presId="urn:microsoft.com/office/officeart/2005/8/layout/hList7"/>
    <dgm:cxn modelId="{D53366F2-6243-4AE9-8D58-5126027B9E86}" type="presParOf" srcId="{821F8FF5-60A1-4B78-B012-4AF17B66F6CC}" destId="{3279AFE2-E43C-4417-8EDA-5EB42A09B2B8}" srcOrd="2" destOrd="0" presId="urn:microsoft.com/office/officeart/2005/8/layout/hList7"/>
    <dgm:cxn modelId="{BD480506-AE90-450E-BBED-F2B4CA452017}" type="presParOf" srcId="{3279AFE2-E43C-4417-8EDA-5EB42A09B2B8}" destId="{22E81D0E-0051-4458-B0A1-B8E075D5DF72}" srcOrd="0" destOrd="0" presId="urn:microsoft.com/office/officeart/2005/8/layout/hList7"/>
    <dgm:cxn modelId="{D7798767-D02C-40B1-8C1B-98339BF6D9D7}" type="presParOf" srcId="{3279AFE2-E43C-4417-8EDA-5EB42A09B2B8}" destId="{E138A8A7-18B3-45D6-873C-18E51F33FB87}" srcOrd="1" destOrd="0" presId="urn:microsoft.com/office/officeart/2005/8/layout/hList7"/>
    <dgm:cxn modelId="{AC3E6E55-B672-4624-80ED-67484703BAEF}" type="presParOf" srcId="{3279AFE2-E43C-4417-8EDA-5EB42A09B2B8}" destId="{93CAF7AC-ED75-4B6C-8DFE-7ECDDC925028}" srcOrd="2" destOrd="0" presId="urn:microsoft.com/office/officeart/2005/8/layout/hList7"/>
    <dgm:cxn modelId="{CF620901-500F-4102-A78F-8DEFFCA9A193}" type="presParOf" srcId="{3279AFE2-E43C-4417-8EDA-5EB42A09B2B8}" destId="{3955ACB4-8958-4849-B230-1F12D0150D90}" srcOrd="3" destOrd="0" presId="urn:microsoft.com/office/officeart/2005/8/layout/hList7"/>
    <dgm:cxn modelId="{25FF66E6-D92C-4B60-BE6F-BA2EC9DCFD93}" type="presParOf" srcId="{821F8FF5-60A1-4B78-B012-4AF17B66F6CC}" destId="{E4ADAE61-CFC4-4ED9-8B3D-FC32BAB727BF}" srcOrd="3" destOrd="0" presId="urn:microsoft.com/office/officeart/2005/8/layout/hList7"/>
    <dgm:cxn modelId="{DD085C06-7FC1-4285-BED2-2F21D633A0E8}" type="presParOf" srcId="{821F8FF5-60A1-4B78-B012-4AF17B66F6CC}" destId="{FA2C9416-C1D8-49DB-8349-66C5232CBAFE}" srcOrd="4" destOrd="0" presId="urn:microsoft.com/office/officeart/2005/8/layout/hList7"/>
    <dgm:cxn modelId="{DBE13157-874E-402D-B99B-0846A1B659E6}" type="presParOf" srcId="{FA2C9416-C1D8-49DB-8349-66C5232CBAFE}" destId="{30E1A735-F4C1-4949-9AA9-5EB3026EB10F}" srcOrd="0" destOrd="0" presId="urn:microsoft.com/office/officeart/2005/8/layout/hList7"/>
    <dgm:cxn modelId="{A7A22FAE-9E32-492E-9585-5266D80251FF}" type="presParOf" srcId="{FA2C9416-C1D8-49DB-8349-66C5232CBAFE}" destId="{172655E6-166E-4054-ACC4-C9C6A9453542}" srcOrd="1" destOrd="0" presId="urn:microsoft.com/office/officeart/2005/8/layout/hList7"/>
    <dgm:cxn modelId="{E59CAE20-3E7A-471D-B7B7-B01FAD6E08B1}" type="presParOf" srcId="{FA2C9416-C1D8-49DB-8349-66C5232CBAFE}" destId="{1AC7B543-844C-4F1A-823F-E4A5A9EEF513}" srcOrd="2" destOrd="0" presId="urn:microsoft.com/office/officeart/2005/8/layout/hList7"/>
    <dgm:cxn modelId="{515A6F9E-5162-4411-AAB1-5A29B907C8D3}" type="presParOf" srcId="{FA2C9416-C1D8-49DB-8349-66C5232CBAFE}" destId="{986BD744-1567-4401-91DB-B5FA6E6BACCE}" srcOrd="3" destOrd="0" presId="urn:microsoft.com/office/officeart/2005/8/layout/hList7"/>
    <dgm:cxn modelId="{6928BA97-F4E5-40C4-B1A8-8A5FF3644E88}" type="presParOf" srcId="{821F8FF5-60A1-4B78-B012-4AF17B66F6CC}" destId="{4DF54F7D-253E-4870-9CF8-15AF889FDC4E}" srcOrd="5" destOrd="0" presId="urn:microsoft.com/office/officeart/2005/8/layout/hList7"/>
    <dgm:cxn modelId="{CC84CD2D-E6DA-42E1-B16F-03978C0AD967}" type="presParOf" srcId="{821F8FF5-60A1-4B78-B012-4AF17B66F6CC}" destId="{5B338DA7-A056-4CAE-A343-57353310831B}" srcOrd="6" destOrd="0" presId="urn:microsoft.com/office/officeart/2005/8/layout/hList7"/>
    <dgm:cxn modelId="{798D01B9-F976-4950-8745-1592D09096C8}" type="presParOf" srcId="{5B338DA7-A056-4CAE-A343-57353310831B}" destId="{8A066586-6A92-4CC4-B75D-8F3A8DDCDEAD}" srcOrd="0" destOrd="0" presId="urn:microsoft.com/office/officeart/2005/8/layout/hList7"/>
    <dgm:cxn modelId="{A3087769-3565-4D02-B7F6-8AF8203DD26A}" type="presParOf" srcId="{5B338DA7-A056-4CAE-A343-57353310831B}" destId="{66FD70EA-52E0-4C36-80CD-1F26C2E27D07}" srcOrd="1" destOrd="0" presId="urn:microsoft.com/office/officeart/2005/8/layout/hList7"/>
    <dgm:cxn modelId="{DCA66BF3-189F-4FED-8C3A-3165E291C37B}" type="presParOf" srcId="{5B338DA7-A056-4CAE-A343-57353310831B}" destId="{839046AA-EAD0-4D83-AE6F-E72FDA5854E8}" srcOrd="2" destOrd="0" presId="urn:microsoft.com/office/officeart/2005/8/layout/hList7"/>
    <dgm:cxn modelId="{D43BCEDF-4D29-4A38-A522-E3BCD29CA642}" type="presParOf" srcId="{5B338DA7-A056-4CAE-A343-57353310831B}" destId="{C8EFB56E-DA66-462A-B18E-A3EEA1F29236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ABBCB-D662-4279-90C6-7E06D26F3BA4}">
      <dsp:nvSpPr>
        <dsp:cNvPr id="0" name=""/>
        <dsp:cNvSpPr/>
      </dsp:nvSpPr>
      <dsp:spPr>
        <a:xfrm>
          <a:off x="2345" y="0"/>
          <a:ext cx="2458119" cy="40227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Authentication</a:t>
          </a:r>
          <a:br>
            <a:rPr lang="en-US" sz="1700" b="0" i="0" kern="1200" baseline="0" dirty="0"/>
          </a:br>
          <a:r>
            <a:rPr lang="en-US" sz="1700" b="0" kern="1200" dirty="0"/>
            <a:t>Secure student/admin login, registration, password protection, and user access control.</a:t>
          </a:r>
          <a:endParaRPr lang="en-IN" sz="1700" b="0" kern="1200" dirty="0"/>
        </a:p>
      </dsp:txBody>
      <dsp:txXfrm>
        <a:off x="2345" y="1609089"/>
        <a:ext cx="2458119" cy="1609090"/>
      </dsp:txXfrm>
    </dsp:sp>
    <dsp:sp modelId="{F23E9EC7-D350-429A-A2C8-04F4AB7C370B}">
      <dsp:nvSpPr>
        <dsp:cNvPr id="0" name=""/>
        <dsp:cNvSpPr/>
      </dsp:nvSpPr>
      <dsp:spPr>
        <a:xfrm>
          <a:off x="561621" y="241363"/>
          <a:ext cx="1339567" cy="1339567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E81D0E-0051-4458-B0A1-B8E075D5DF72}">
      <dsp:nvSpPr>
        <dsp:cNvPr id="0" name=""/>
        <dsp:cNvSpPr/>
      </dsp:nvSpPr>
      <dsp:spPr>
        <a:xfrm>
          <a:off x="2534208" y="0"/>
          <a:ext cx="2458119" cy="4022725"/>
        </a:xfrm>
        <a:prstGeom prst="roundRect">
          <a:avLst>
            <a:gd name="adj" fmla="val 10000"/>
          </a:avLst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Menu &amp; Order</a:t>
          </a:r>
          <a:br>
            <a:rPr lang="en-US" sz="1700" b="0" i="0" kern="1200" baseline="0" dirty="0"/>
          </a:br>
          <a:r>
            <a:rPr lang="en-US" sz="1700" b="0" kern="1200" dirty="0"/>
            <a:t>Display food items, allow pre-order placement, quantity selection, and order confirmation.</a:t>
          </a:r>
          <a:endParaRPr lang="en-IN" sz="1700" b="0" kern="1200" dirty="0"/>
        </a:p>
      </dsp:txBody>
      <dsp:txXfrm>
        <a:off x="2534208" y="1609089"/>
        <a:ext cx="2458119" cy="1609090"/>
      </dsp:txXfrm>
    </dsp:sp>
    <dsp:sp modelId="{3955ACB4-8958-4849-B230-1F12D0150D90}">
      <dsp:nvSpPr>
        <dsp:cNvPr id="0" name=""/>
        <dsp:cNvSpPr/>
      </dsp:nvSpPr>
      <dsp:spPr>
        <a:xfrm>
          <a:off x="3093484" y="241363"/>
          <a:ext cx="1339567" cy="1339567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1A735-F4C1-4949-9AA9-5EB3026EB10F}">
      <dsp:nvSpPr>
        <dsp:cNvPr id="0" name=""/>
        <dsp:cNvSpPr/>
      </dsp:nvSpPr>
      <dsp:spPr>
        <a:xfrm>
          <a:off x="5066071" y="0"/>
          <a:ext cx="2458119" cy="4022725"/>
        </a:xfrm>
        <a:prstGeom prst="roundRect">
          <a:avLst>
            <a:gd name="adj" fmla="val 10000"/>
          </a:avLst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Admin Panel</a:t>
          </a:r>
          <a:br>
            <a:rPr lang="en-US" sz="1700" b="0" i="0" kern="1200" baseline="0" dirty="0"/>
          </a:br>
          <a:r>
            <a:rPr lang="en-US" sz="1700" b="0" kern="1200" dirty="0"/>
            <a:t>Manage menu items, users, orders, payments, and monitor overall canteen activities.</a:t>
          </a:r>
          <a:endParaRPr lang="en-IN" sz="1700" b="0" kern="1200" dirty="0"/>
        </a:p>
      </dsp:txBody>
      <dsp:txXfrm>
        <a:off x="5066071" y="1609089"/>
        <a:ext cx="2458119" cy="1609090"/>
      </dsp:txXfrm>
    </dsp:sp>
    <dsp:sp modelId="{986BD744-1567-4401-91DB-B5FA6E6BACCE}">
      <dsp:nvSpPr>
        <dsp:cNvPr id="0" name=""/>
        <dsp:cNvSpPr/>
      </dsp:nvSpPr>
      <dsp:spPr>
        <a:xfrm>
          <a:off x="5625347" y="241363"/>
          <a:ext cx="1339567" cy="1339567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66586-6A92-4CC4-B75D-8F3A8DDCDEAD}">
      <dsp:nvSpPr>
        <dsp:cNvPr id="0" name=""/>
        <dsp:cNvSpPr/>
      </dsp:nvSpPr>
      <dsp:spPr>
        <a:xfrm>
          <a:off x="7597935" y="0"/>
          <a:ext cx="2458119" cy="4022725"/>
        </a:xfrm>
        <a:prstGeom prst="roundRect">
          <a:avLst>
            <a:gd name="adj" fmla="val 10000"/>
          </a:avLst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Report</a:t>
          </a:r>
          <a:br>
            <a:rPr lang="en-US" sz="1700" b="0" i="0" kern="1200" baseline="0" dirty="0"/>
          </a:br>
          <a:r>
            <a:rPr lang="en-US" sz="1700" b="0" kern="1200" dirty="0"/>
            <a:t>Generate order records, payment details, sales summary, and daily transaction reports.</a:t>
          </a:r>
          <a:endParaRPr lang="en-IN" sz="1700" b="0" kern="1200" dirty="0"/>
        </a:p>
      </dsp:txBody>
      <dsp:txXfrm>
        <a:off x="7597935" y="1609089"/>
        <a:ext cx="2458119" cy="1609090"/>
      </dsp:txXfrm>
    </dsp:sp>
    <dsp:sp modelId="{C8EFB56E-DA66-462A-B18E-A3EEA1F29236}">
      <dsp:nvSpPr>
        <dsp:cNvPr id="0" name=""/>
        <dsp:cNvSpPr/>
      </dsp:nvSpPr>
      <dsp:spPr>
        <a:xfrm>
          <a:off x="8157211" y="241363"/>
          <a:ext cx="1339567" cy="1339567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1554C-224E-414D-961F-1018ACC03DF7}">
      <dsp:nvSpPr>
        <dsp:cNvPr id="0" name=""/>
        <dsp:cNvSpPr/>
      </dsp:nvSpPr>
      <dsp:spPr>
        <a:xfrm>
          <a:off x="402335" y="3277181"/>
          <a:ext cx="9253728" cy="603408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167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9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82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78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11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2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09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88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15-09-2026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179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75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15-09-2026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08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15-09-2026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90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5359-6C8B-CECF-C930-A9CF2AFC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/>
              <a:t>Campus Canteen </a:t>
            </a:r>
            <a:br>
              <a:rPr lang="en-IN" sz="4400" b="1" dirty="0"/>
            </a:br>
            <a:r>
              <a:rPr lang="en-IN" sz="4400" b="1" dirty="0"/>
              <a:t>Pre Order System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394F6-ED2C-785A-5BFC-03CC47931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b="1" dirty="0"/>
              <a:t>ONLINE FOOD PRE-ORDERING &amp; MANAGEMENT SYSTEM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D326A-9D1B-D1C4-6CC3-BF6C859328EC}"/>
              </a:ext>
            </a:extLst>
          </p:cNvPr>
          <p:cNvSpPr txBox="1"/>
          <p:nvPr/>
        </p:nvSpPr>
        <p:spPr>
          <a:xfrm>
            <a:off x="8611681" y="3892699"/>
            <a:ext cx="61007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47531E-5D96-FB80-259B-3B4C91027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2" y="195912"/>
            <a:ext cx="4363236" cy="857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DAA084-9DE0-4B4C-C5D5-93B5419B368B}"/>
              </a:ext>
            </a:extLst>
          </p:cNvPr>
          <p:cNvSpPr txBox="1"/>
          <p:nvPr/>
        </p:nvSpPr>
        <p:spPr>
          <a:xfrm>
            <a:off x="9357015" y="5452716"/>
            <a:ext cx="644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Name: Team Elevate</a:t>
            </a:r>
          </a:p>
          <a:p>
            <a:r>
              <a:rPr lang="en-US" dirty="0"/>
              <a:t>Track: Open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8CAC8B-B267-41EC-F5E2-BC0916A699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794" y="145429"/>
            <a:ext cx="958215" cy="958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621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003C0-1F11-0A04-040E-F7FC3CC06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EE2A-30EA-F891-E1BE-926AC723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to be covered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0441F72-A2D4-71D9-3F61-AD80FD0588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0310422"/>
              </p:ext>
            </p:extLst>
          </p:nvPr>
        </p:nvGraphicFramePr>
        <p:xfrm>
          <a:off x="1946787" y="1865928"/>
          <a:ext cx="8296460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1909">
                  <a:extLst>
                    <a:ext uri="{9D8B030D-6E8A-4147-A177-3AD203B41FA5}">
                      <a16:colId xmlns:a16="http://schemas.microsoft.com/office/drawing/2014/main" val="2493941946"/>
                    </a:ext>
                  </a:extLst>
                </a:gridCol>
                <a:gridCol w="7484551">
                  <a:extLst>
                    <a:ext uri="{9D8B030D-6E8A-4147-A177-3AD203B41FA5}">
                      <a16:colId xmlns:a16="http://schemas.microsoft.com/office/drawing/2014/main" val="1070190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Sr 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983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dirty="0"/>
                        <a:t>Project Profile &amp; Technology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467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0" dirty="0"/>
                        <a:t>Problem Statement</a:t>
                      </a:r>
                      <a:endParaRPr lang="en-IN" sz="16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954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Aims And Objective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7849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Feasibility Analysis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654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Core Module</a:t>
                      </a:r>
                      <a:endParaRPr lang="en-IN" sz="1600" kern="1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9215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Diagram (Class,Use Case,Activity)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5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Data Dictionary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423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System Testing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235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System Screens / Interface Layout</a:t>
                      </a:r>
                      <a:endParaRPr lang="en-IN" sz="1600" kern="1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407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Future Enhancement </a:t>
                      </a:r>
                      <a:endParaRPr lang="en-IN" sz="16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233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05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9DD8-F8CD-3CEF-A039-16BEFB14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Profile &amp; Technology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7EEE35-A534-0160-0FE6-F9A16681F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Software Stack</a:t>
            </a:r>
          </a:p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B06D18-6726-6E6F-C1A1-C793F3F84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249040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Front-End: HTML5, CSS3, JS</a:t>
            </a:r>
            <a:br>
              <a:rPr lang="en-IN" dirty="0"/>
            </a:br>
            <a:r>
              <a:rPr lang="en-IN" dirty="0"/>
              <a:t> Back-End: PHP</a:t>
            </a:r>
            <a:br>
              <a:rPr lang="en-IN" dirty="0"/>
            </a:br>
            <a:r>
              <a:rPr lang="en-IN" dirty="0"/>
              <a:t> Database: MySQL </a:t>
            </a:r>
            <a:br>
              <a:rPr lang="en-IN" dirty="0"/>
            </a:br>
            <a:r>
              <a:rPr lang="en-IN" dirty="0"/>
              <a:t> Server: Apache via XAMPP Environment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3C6014-EB33-416B-B948-E3464B168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System Information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1ED5E-DABB-0E5B-FA45-59135FBCD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2490409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Application Type: Responsive Web Application</a:t>
            </a:r>
            <a:br>
              <a:rPr lang="en-IN" dirty="0"/>
            </a:br>
            <a:r>
              <a:rPr lang="en-IN" dirty="0"/>
              <a:t> </a:t>
            </a:r>
            <a:r>
              <a:rPr lang="en-IN"/>
              <a:t>Platform: Web Browser</a:t>
            </a:r>
            <a:br>
              <a:rPr lang="en-IN" dirty="0"/>
            </a:br>
            <a:r>
              <a:rPr lang="en-IN" dirty="0"/>
              <a:t> Primary Goal: Automate the food ordering         process</a:t>
            </a:r>
            <a:br>
              <a:rPr lang="en-IN" dirty="0"/>
            </a:br>
            <a:r>
              <a:rPr lang="en-IN" dirty="0"/>
              <a:t> Target: Students, Canteen Staff, University Staff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4217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5CB2D5-861F-5BEF-AFAA-02D52192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4FF53E-FB66-488B-7DCD-151E8B560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2052881"/>
            <a:ext cx="4937760" cy="736282"/>
          </a:xfrm>
        </p:spPr>
        <p:txBody>
          <a:bodyPr/>
          <a:lstStyle/>
          <a:p>
            <a:r>
              <a:rPr lang="en-IN" b="1" dirty="0"/>
              <a:t>Existing System</a:t>
            </a:r>
          </a:p>
          <a:p>
            <a:endParaRPr lang="en-IN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B8BB94C-6B87-0061-228B-FB7A19E59A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 Long queues during break time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 Manual order talking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 No pre-order facility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 Time-consuming process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 Chances of order mistakes </a:t>
            </a:r>
            <a:endParaRPr lang="en-IN" sz="19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5DD9D8-5DED-9F36-B746-FCB8D1246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2052881"/>
            <a:ext cx="4937760" cy="736282"/>
          </a:xfrm>
        </p:spPr>
        <p:txBody>
          <a:bodyPr/>
          <a:lstStyle/>
          <a:p>
            <a:r>
              <a:rPr lang="en-IN" b="1" dirty="0"/>
              <a:t>Proposed System</a:t>
            </a:r>
          </a:p>
          <a:p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B382C9F-36DE-5998-5F05-855641219B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O</a:t>
            </a:r>
            <a:r>
              <a:rPr lang="en-IN" sz="1900" dirty="0"/>
              <a:t>nline food pre-order system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Real-time menu display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Secure login system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Order tracking system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Admin panel for management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Digital record maintenance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428265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AEF7B3-6C77-7A17-DA44-DF0A8380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Aims and Objectives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9CFC7A-D951-4632-D842-46D60C9F6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The main aim of the </a:t>
            </a:r>
            <a:r>
              <a:rPr lang="en-US" sz="1800" b="1" dirty="0"/>
              <a:t>Campus Canteen Pre-Order System</a:t>
            </a:r>
            <a:r>
              <a:rPr lang="en-US" sz="1800" dirty="0"/>
              <a:t> is to develop a web-based platform that allows students to </a:t>
            </a:r>
            <a:r>
              <a:rPr lang="en-US" sz="1800" b="1" dirty="0"/>
              <a:t>order food online in advance</a:t>
            </a:r>
            <a:r>
              <a:rPr lang="en-US" sz="1800" dirty="0"/>
              <a:t>, reduce waiting time in queues, and improve the efficiency of canteen operations.</a:t>
            </a:r>
          </a:p>
          <a:p>
            <a:r>
              <a:rPr lang="en-IN" sz="1800" b="1" dirty="0"/>
              <a:t>Objectives: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 </a:t>
            </a:r>
            <a:r>
              <a:rPr lang="en-IN" sz="1800" dirty="0"/>
              <a:t>To provide students with an easy and convenient way to pre-order food online.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 </a:t>
            </a:r>
            <a:r>
              <a:rPr lang="en-IN" sz="1800" dirty="0"/>
              <a:t>To </a:t>
            </a:r>
            <a:r>
              <a:rPr lang="en-US" sz="1800" dirty="0"/>
              <a:t>reduce long queues and crowds at the campus canteen during break times.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To minimize manual errors in taking and preparing food orders.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To enable students to view menu items, prices, and availability in real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To help the admin manage food items, order payments, and users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To maintain digital records of orders and transactions for better tracking.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To improve the overall speed, accuracy, and user experience of the canteen service.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53873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C6255A-D271-4915-19C6-FE043909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Feasibility analysis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53FA4C-40C7-B604-51D3-19D72E0F1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2004846"/>
            <a:ext cx="9603275" cy="389738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Operational Feasibility: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The system </a:t>
            </a:r>
            <a:r>
              <a:rPr lang="en-US" dirty="0"/>
              <a:t>is easy to use for students, staff, and admin.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It reduces manual work and makes food ordering faster and more convenient.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Technical Feasibility: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The system </a:t>
            </a:r>
            <a:r>
              <a:rPr lang="en-US" dirty="0"/>
              <a:t>is built using </a:t>
            </a:r>
            <a:r>
              <a:rPr lang="en-US" b="1" dirty="0"/>
              <a:t>PHP, MySQL, HTML, CSS, and JavaScript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It can run on standard devices and browsers without requiring high-end hardware.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Economical Feasibility: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The system </a:t>
            </a:r>
            <a:r>
              <a:rPr lang="en-US" dirty="0"/>
              <a:t>is cost-effective because it uses open-source technologies.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It reduces paperwork, saves time, and improves canteen efficiency.</a:t>
            </a:r>
          </a:p>
          <a:p>
            <a:pPr marL="201168" lvl="1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616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5051F-9DEF-8D11-BBAB-F2B87588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Module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C65492-ED7D-C8A2-C25D-FBF917B800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53755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4683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766A-7ABF-8788-B0D1-8ADB12061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860F-D33D-58BE-E2C1-147731401C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7035" y="224064"/>
            <a:ext cx="9602787" cy="1049338"/>
          </a:xfrm>
        </p:spPr>
        <p:txBody>
          <a:bodyPr>
            <a:normAutofit/>
          </a:bodyPr>
          <a:lstStyle/>
          <a:p>
            <a:r>
              <a:rPr lang="en-US" sz="4400" b="1" dirty="0"/>
              <a:t>SuperAdmin Activity Diagram:</a:t>
            </a:r>
            <a:endParaRPr lang="en-I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68010-E5FC-AB1C-3627-BB0DD5826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914" y="224063"/>
            <a:ext cx="4539343" cy="610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40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C6425-5F50-4211-00CF-00D9F1590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7A7E-0DC3-2211-DAF0-0D76ECFE09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7035" y="224064"/>
            <a:ext cx="9602787" cy="1049338"/>
          </a:xfrm>
        </p:spPr>
        <p:txBody>
          <a:bodyPr>
            <a:normAutofit/>
          </a:bodyPr>
          <a:lstStyle/>
          <a:p>
            <a:r>
              <a:rPr lang="en-US" sz="4400" b="1" dirty="0"/>
              <a:t>Admin Activity Diagram:</a:t>
            </a:r>
            <a:endParaRPr lang="en-I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255B8-2A9B-E702-7FF2-0FC54FEA9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050" y="224064"/>
            <a:ext cx="5246915" cy="607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52A88-EEF6-6ABF-FDA8-A0217689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61B8-667A-DA26-0DF3-AEFA3A3EFAC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7035" y="224064"/>
            <a:ext cx="9602787" cy="1049338"/>
          </a:xfrm>
        </p:spPr>
        <p:txBody>
          <a:bodyPr>
            <a:normAutofit/>
          </a:bodyPr>
          <a:lstStyle/>
          <a:p>
            <a:r>
              <a:rPr lang="en-US" sz="4400" b="1" dirty="0"/>
              <a:t>Customer Activity Diagram:</a:t>
            </a:r>
            <a:endParaRPr lang="en-IN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C329B8-B2C2-5F2D-E18B-31E4D04E7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399" y="370114"/>
            <a:ext cx="4786620" cy="589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35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9DE78-DC48-E2C4-9FB1-3146CCC2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Team: Team Elevate	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1ACF6A8-CD54-A499-86F9-C650775D76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839360"/>
              </p:ext>
            </p:extLst>
          </p:nvPr>
        </p:nvGraphicFramePr>
        <p:xfrm>
          <a:off x="1066801" y="2181860"/>
          <a:ext cx="100583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1522136390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2348427897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3983668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Contribution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565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Nandni Patel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Lead / Backend &amp; Integration Developer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PHPMailer integration, backend functionality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123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Naiya Patel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&amp; Presentation Lead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Problem, Solution &amp; PPT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204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Nishtha Patel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Documentation Lead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Documentation &amp; Architecture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957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Siya Pabari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Frontend &amp; Code Lead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code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517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17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0B4EA-8AEF-8E33-ECF4-239686F8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05D85-FDB1-5C32-5EB6-F4C9A57541F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93812" y="2318657"/>
            <a:ext cx="9604375" cy="4988378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marL="0" indent="0" algn="ctr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1764A-3453-3C3D-E6E5-24088326AA44}"/>
              </a:ext>
            </a:extLst>
          </p:cNvPr>
          <p:cNvSpPr txBox="1"/>
          <p:nvPr/>
        </p:nvSpPr>
        <p:spPr>
          <a:xfrm>
            <a:off x="3298371" y="3105834"/>
            <a:ext cx="5595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THANK YOU!</a:t>
            </a:r>
            <a:endParaRPr lang="en-IN" sz="3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69162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847</TotalTime>
  <Words>567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Retrospect</vt:lpstr>
      <vt:lpstr>Campus Canteen  Pre Order System</vt:lpstr>
      <vt:lpstr>Topics to be covered</vt:lpstr>
      <vt:lpstr>Project Profile &amp; Technology</vt:lpstr>
      <vt:lpstr>Problem Statement</vt:lpstr>
      <vt:lpstr>Aims and Objectives</vt:lpstr>
      <vt:lpstr>Feasibility analysis</vt:lpstr>
      <vt:lpstr>Core Module</vt:lpstr>
      <vt:lpstr>SuperAdmin Activity Diagram:</vt:lpstr>
      <vt:lpstr>Admin Activity Diagram:</vt:lpstr>
      <vt:lpstr>Customer Activity Diagram:</vt:lpstr>
      <vt:lpstr>Team: Team Elevate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Ajudiya</dc:creator>
  <cp:lastModifiedBy>Naiya Patel</cp:lastModifiedBy>
  <cp:revision>45</cp:revision>
  <dcterms:created xsi:type="dcterms:W3CDTF">2026-03-23T11:53:33Z</dcterms:created>
  <dcterms:modified xsi:type="dcterms:W3CDTF">2026-09-15T13:06:17Z</dcterms:modified>
</cp:coreProperties>
</file>